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1.xml"/><Relationship Id="rId11" Type="http://schemas.openxmlformats.org/officeDocument/2006/relationships/slide" Target="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LoginActivity.java" TargetMode="External"/><Relationship Id="rId3" Type="http://schemas.openxmlformats.org/officeDocument/2006/relationships/hyperlink" Target="https://github.com/AbishSajiNMIMS/Practice/blob/main/main/java/com/example/safebank/LoginActivity.java#L72-L79" TargetMode="External"/><Relationship Id="rId4" Type="http://schemas.openxmlformats.org/officeDocument/2006/relationships/hyperlink" Target="https://github.com/AbishSajiNMIMS/Practice/blob/main/main/java/com/example/safebank/LoginActivity.java#L81-L93" TargetMode="External"/><Relationship Id="rId5" Type="http://schemas.openxmlformats.org/officeDocument/2006/relationships/hyperlink" Target="https://github.com/AbishSajiNMIMS/Practice/blob/main/main/res/layout/activity_login.xml" TargetMode="External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DBHelper.java" TargetMode="External"/><Relationship Id="rId3" Type="http://schemas.openxmlformats.org/officeDocument/2006/relationships/hyperlink" Target="https://github.com/AbishSajiNMIMS/Practice/blob/main/main/java/com/example/safebank/DBHelper.java#L17-L21" TargetMode="External"/><Relationship Id="rId4" Type="http://schemas.openxmlformats.org/officeDocument/2006/relationships/hyperlink" Target="https://github.com/AbishSajiNMIMS/Practice/blob/main/main/java/com/example/safebank/DBHelper.java#L42-L55" TargetMode="External"/><Relationship Id="rId5" Type="http://schemas.openxmlformats.org/officeDocument/2006/relationships/hyperlink" Target="https://github.com/AbishSajiNMIMS/Practice/blob/main/main/java/com/example/safebank/DBHelper.java#L93-L98" TargetMode="External"/><Relationship Id="rId6" Type="http://schemas.openxmlformats.org/officeDocument/2006/relationships/hyperlink" Target="https://github.com/AbishSajiNMIMS/Practice/blob/main/main/java/com/example/safebank/DBHelper.java#L100-L108" TargetMode="External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Home.java" TargetMode="External"/><Relationship Id="rId3" Type="http://schemas.openxmlformats.org/officeDocument/2006/relationships/hyperlink" Target="https://github.com/AbishSajiNMIMS/Practice/blob/main/main/java/com/example/safebank/Home.java#L31-L37" TargetMode="External"/><Relationship Id="rId4" Type="http://schemas.openxmlformats.org/officeDocument/2006/relationships/hyperlink" Target="https://github.com/AbishSajiNMIMS/Practice/blob/main/main/java/com/example/safebank/Home.java#L93-L140" TargetMode="External"/><Relationship Id="rId5" Type="http://schemas.openxmlformats.org/officeDocument/2006/relationships/hyperlink" Target="https://github.com/AbishSajiNMIMS/Practice/blob/main/main/res/layout/home.xml" TargetMode="External"/><Relationship Id="rId6" Type="http://schemas.openxmlformats.org/officeDocument/2006/relationships/hyperlink" Target="https://github.com/AbishSajiNMIMS/Practice/blob/main/main/res/layout/item_transaction.xml" TargetMode="External"/><Relationship Id="rId7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AccountActivity.java" TargetMode="External"/><Relationship Id="rId3" Type="http://schemas.openxmlformats.org/officeDocument/2006/relationships/hyperlink" Target="https://github.com/AbishSajiNMIMS/Practice/blob/main/main/java/com/example/safebank/AccountActivity.java#L64-L69" TargetMode="External"/><Relationship Id="rId4" Type="http://schemas.openxmlformats.org/officeDocument/2006/relationships/hyperlink" Target="https://github.com/AbishSajiNMIMS/Practice/blob/main/main/java/com/example/safebank/AccountActivity.java#L71-L96" TargetMode="External"/><Relationship Id="rId5" Type="http://schemas.openxmlformats.org/officeDocument/2006/relationships/hyperlink" Target="https://github.com/AbishSajiNMIMS/Practice/blob/main/main/res/layout/activity_account.xml" TargetMode="External"/><Relationship Id="rId6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LoansActivity.java" TargetMode="External"/><Relationship Id="rId3" Type="http://schemas.openxmlformats.org/officeDocument/2006/relationships/hyperlink" Target="https://github.com/AbishSajiNMIMS/Practice/blob/main/main/java/com/example/safebank/ApplyHomeLoanActivity.java" TargetMode="External"/><Relationship Id="rId4" Type="http://schemas.openxmlformats.org/officeDocument/2006/relationships/hyperlink" Target="https://github.com/AbishSajiNMIMS/Practice/blob/main/main/java/com/example/safebank/ApplyHomeLoanActivity.java#L117-L148" TargetMode="External"/><Relationship Id="rId5" Type="http://schemas.openxmlformats.org/officeDocument/2006/relationships/hyperlink" Target="https://github.com/AbishSajiNMIMS/Practice/blob/main/main/res/layout/activity_loans.xml" TargetMode="External"/><Relationship Id="rId6" Type="http://schemas.openxmlformats.org/officeDocument/2006/relationships/hyperlink" Target="https://github.com/AbishSajiNMIMS/Practice/blob/main/main/res/layout/activity_apply_home_loan.xml" TargetMode="External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LoanCalculatorActivity.java" TargetMode="External"/><Relationship Id="rId3" Type="http://schemas.openxmlformats.org/officeDocument/2006/relationships/hyperlink" Target="https://github.com/AbishSajiNMIMS/Practice/blob/main/main/java/com/example/safebank/LoanCalculatorActivity.java#L91-L108" TargetMode="External"/><Relationship Id="rId4" Type="http://schemas.openxmlformats.org/officeDocument/2006/relationships/hyperlink" Target="https://github.com/AbishSajiNMIMS/Practice/blob/main/main/java/com/example/safebank/LoanCalculatorActivity.java#L55-L80" TargetMode="External"/><Relationship Id="rId5" Type="http://schemas.openxmlformats.org/officeDocument/2006/relationships/hyperlink" Target="https://github.com/AbishSajiNMIMS/Practice/blob/main/main/res/layout/activity_loan_calculator.xml" TargetMode="External"/><Relationship Id="rId6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FixedDepositActivity.java" TargetMode="External"/><Relationship Id="rId3" Type="http://schemas.openxmlformats.org/officeDocument/2006/relationships/hyperlink" Target="https://github.com/AbishSajiNMIMS/Practice/blob/main/main/java/com/example/safebank/FixedDepositActivity.java#L94-L131" TargetMode="External"/><Relationship Id="rId4" Type="http://schemas.openxmlformats.org/officeDocument/2006/relationships/hyperlink" Target="https://github.com/AbishSajiNMIMS/Practice/blob/main/main/java/com/example/safebank/FixedDepositActivity.java#L73-L90" TargetMode="External"/><Relationship Id="rId5" Type="http://schemas.openxmlformats.org/officeDocument/2006/relationships/hyperlink" Target="https://github.com/AbishSajiNMIMS/Practice/blob/main/main/res/layout/activity_fixed_deposit.xml" TargetMode="External"/><Relationship Id="rId6" Type="http://schemas.openxmlformats.org/officeDocument/2006/relationships/hyperlink" Target="https://github.com/AbishSajiNMIMS/Practice/blob/main/main/res/layout/item_fd.xml" TargetMode="External"/><Relationship Id="rId7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BillsActivity.java" TargetMode="External"/><Relationship Id="rId3" Type="http://schemas.openxmlformats.org/officeDocument/2006/relationships/hyperlink" Target="https://github.com/AbishSajiNMIMS/Practice/blob/main/main/java/com/example/safebank/BillsActivity.java#L48-L63" TargetMode="External"/><Relationship Id="rId4" Type="http://schemas.openxmlformats.org/officeDocument/2006/relationships/hyperlink" Target="https://github.com/AbishSajiNMIMS/Practice/blob/main/main/java/com/example/safebank/BillsActivity.java#L65-L77" TargetMode="External"/><Relationship Id="rId5" Type="http://schemas.openxmlformats.org/officeDocument/2006/relationships/hyperlink" Target="https://github.com/AbishSajiNMIMS/Practice/blob/main/main/res/layout/activity_bills.xml" TargetMode="External"/><Relationship Id="rId6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java/com/example/safebank/CardsActivity.java" TargetMode="External"/><Relationship Id="rId3" Type="http://schemas.openxmlformats.org/officeDocument/2006/relationships/hyperlink" Target="https://github.com/AbishSajiNMIMS/Practice/blob/main/main/java/com/example/safebank/TransactionHistoryActivity.java" TargetMode="External"/><Relationship Id="rId4" Type="http://schemas.openxmlformats.org/officeDocument/2006/relationships/hyperlink" Target="https://github.com/AbishSajiNMIMS/Practice/blob/main/main/java/com/example/safebank/TransactionHistoryActivity.java#L28-L65" TargetMode="External"/><Relationship Id="rId5" Type="http://schemas.openxmlformats.org/officeDocument/2006/relationships/hyperlink" Target="https://github.com/AbishSajiNMIMS/Practice/blob/main/main/res/layout/activity_cards.xml" TargetMode="External"/><Relationship Id="rId6" Type="http://schemas.openxmlformats.org/officeDocument/2006/relationships/hyperlink" Target="https://github.com/AbishSajiNMIMS/Practice/blob/main/main/res/layout/activity_transaction_history.xml" TargetMode="External"/><Relationship Id="rId7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ishSajiNMIMS/Practice/blob/main/main/AndroidManifest.xml" TargetMode="External"/><Relationship Id="rId3" Type="http://schemas.openxmlformats.org/officeDocument/2006/relationships/hyperlink" Target="https://github.com/AbishSajiNMIMS/Practice/blob/main/main/AndroidManifest.xml#L4-L6" TargetMode="External"/><Relationship Id="rId4" Type="http://schemas.openxmlformats.org/officeDocument/2006/relationships/hyperlink" Target="https://github.com/AbishSajiNMIMS/Practice/blob/main/main/java/com/example/safebank/SafeBankApp.java" TargetMode="External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SafeBank Android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BBD4FF"/>
                </a:solidFill>
              </a:rPr>
              <a:t>A Complete Code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0BDFF"/>
                </a:solidFill>
              </a:rPr>
              <a:t>XML Layouts  •  Java Logic  •  SQLite Database  •  SMS Notifications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0A8FF"/>
                </a:solidFill>
              </a:rPr>
              <a:t>Repository: AbishSajiNMIMS/Practice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Contents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548640" y="1143000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01.  Login Activity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6126480" y="1143000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02.  DBHelper (SQLite)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548640" y="1709928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03.  Home Activity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6126480" y="1709928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04.  Account Activity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548640" y="2276856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05.  Loans Activity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6126480" y="2276856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06.  Loan Calculator</a:t>
            </a:r>
          </a:p>
        </p:txBody>
      </p:sp>
      <p:sp>
        <p:nvSpPr>
          <p:cNvPr id="10" name="Rounded Rectangle 9">
            <a:hlinkClick action="ppaction://hlinksldjump" r:id="rId8"/>
          </p:cNvPr>
          <p:cNvSpPr/>
          <p:nvPr/>
        </p:nvSpPr>
        <p:spPr>
          <a:xfrm>
            <a:off x="548640" y="2843784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07.  Fixed Deposit Activity</a:t>
            </a:r>
          </a:p>
        </p:txBody>
      </p:sp>
      <p:sp>
        <p:nvSpPr>
          <p:cNvPr id="11" name="Rounded Rectangle 10">
            <a:hlinkClick action="ppaction://hlinksldjump" r:id="rId9"/>
          </p:cNvPr>
          <p:cNvSpPr/>
          <p:nvPr/>
        </p:nvSpPr>
        <p:spPr>
          <a:xfrm>
            <a:off x="6126480" y="2843784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08.  Bills Activity</a:t>
            </a:r>
          </a:p>
        </p:txBody>
      </p:sp>
      <p:sp>
        <p:nvSpPr>
          <p:cNvPr id="12" name="Rounded Rectangle 11">
            <a:hlinkClick action="ppaction://hlinksldjump" r:id="rId10"/>
          </p:cNvPr>
          <p:cNvSpPr/>
          <p:nvPr/>
        </p:nvSpPr>
        <p:spPr>
          <a:xfrm>
            <a:off x="548640" y="3410712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09.  Cards &amp; Transaction History</a:t>
            </a:r>
          </a:p>
        </p:txBody>
      </p:sp>
      <p:sp>
        <p:nvSpPr>
          <p:cNvPr id="13" name="Rounded Rectangle 12">
            <a:hlinkClick action="ppaction://hlinksldjump" r:id="rId11"/>
          </p:cNvPr>
          <p:cNvSpPr/>
          <p:nvPr/>
        </p:nvSpPr>
        <p:spPr>
          <a:xfrm>
            <a:off x="6126480" y="3410712"/>
            <a:ext cx="5029200" cy="457200"/>
          </a:xfrm>
          <a:prstGeom prst="roundRect">
            <a:avLst>
              <a:gd name="adj" fmla="val 5000"/>
            </a:avLst>
          </a:prstGeom>
          <a:solidFill>
            <a:srgbClr val="1A73E8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300" b="1">
                <a:solidFill>
                  <a:srgbClr val="FFFFFF"/>
                </a:solidFill>
              </a:rPr>
              <a:t>  10.  Manifest &amp; Application Class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Click any topic to jump to that slide. Each slide has a 'Back to Contents' button.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1. Login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The Login screen is the entry point of SafeBank.
• Two layouts are shown/hidden: layoutLogin (name + phone) and layoutOtp (6-digit code).
• When the user taps CONTINUE, the app checks SMS permission and generates a 6-digit random OTP.
• The OTP is sent via SmsManager to the user's phone number.
• On correct OTP entry, saveAndLogin() creates a DB account (if new) and persists the phone in SharedPreferences.
• A welcome SMS is sent and the user is taken to the Home screen.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Generate &amp; send OTP
private void sendOtp() {
    generatedOtp = String.format("%06d", new Random().nextInt(1000000));
    String message = "SafeBank Login OTP: " + generatedOtp;
    notifyViaSms(tempPhone, message);
    layoutLogin.setVisibility(View.GONE);
    layoutOtp.setVisibility(View.VISIBLE);
}
// Verify OTP &amp; login
btnLogin.setOnClickListener(v -&gt; {
    String enteredOtp = etOtp.getText().toString();
    if (enteredOtp.equals(generatedOtp)) {
        saveAndLogin(tempName, tempPhone);
    } else {
        Toast.makeText(this, "Incorrect OTP", ...);
    }
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(activity_login.xml)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&lt;LinearLayout android:id="@+id/layoutLogin" ...&gt;
  &lt;TextInputEditText android:id="@+id/etName" hint="Full Name" /&gt;
  &lt;TextInputEditText android:id="@+id/etPhone" hint="Phone Number" /&gt;
  &lt;Button android:id="@+id/btnContinue" text="CONTINUE" /&gt;
&lt;/LinearLayout&gt;
&lt;LinearLayout android:id="@+id/layoutOtp"
              android:visibility="gone" ...&gt;
  &lt;TextInputEditText android:id="@+id/etOtp" hint="Enter OTP" /&gt;
  &lt;Button android:id="@+id/btnLogin" text="VERIFY OTP" /&gt;
&lt;/LinearLayout&gt;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LoginActivity.java (lines 1-115)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sendOtp() – lines 72-79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saveAndLogin() – lines 81-93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activity_login.xml</a:t>
            </a:r>
          </a:p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2. Database Helper (DBHelper)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DBHelper extends SQLiteOpenHelper and manages all local data.
• onCreate() creates 3 tables: account, transactions, fixed_deposits.
• account stores: phone (PK), name, balance, card_locked flag, account_no.
• transactions stores: title, date, amount, type (DEBIT/CREDIT).
• fixed_deposits stores: fd_no, amount, opening/maturity dates, tenure, interest_rate.
• Key methods: createAccount(), getBalance(), updateBalance(), addTransaction(),
  getAllTransactions(), addFixedDeposit(), getAllFixedDeposits(), deleteFixedDeposit().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Table creation
db.execSQL("CREATE TABLE account(phone TEXT PRIMARY KEY,
            name TEXT, balance REAL,
            card_locked INTEGER DEFAULT 0, account_no TEXT)");
// Deduct balance &amp; log transaction
public void updateBalance(String phone, double amountChange) {
    double current = getBalance(phone);
    ContentValues cv = new ContentValues();
    cv.put("balance", current + amountChange);  // negative for debit
    db.update("account", cv, "phone=?", new String[]{phone});
}
// Default balance on new account: ₹ 50,000
cv.put("balance", 50000.00);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Key XML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(See linked XML files below)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DBHelper.java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onCreate() – lines 17-21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createAccount() – lines 42-55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updateBalance() – lines 93-98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addTransaction() – lines 100-108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3. Home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Home is the dashboard displayed after successful login.
• On create, the phone number is read from SharedPreferences (UserSession).
• If no session is found the user is redirected back to Login.
• updateUI() fetches the latest balance and the 3 most-recent transactions and renders them using item_transaction.xml.
• Quick-action buttons (Loans, FD, Bills) launch the relevant activities.
• Bottom navigation (navHome, navCards, navAccount) switches between screens.
• NumberFormat with Indian locale formats the balance as ₹ currency.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Read session
SharedPreferences sp = getSharedPreferences("UserSession", MODE_PRIVATE);
userPhone = sp.getString("current_user_phone", "");
// Show only first 3 transactions
int count = 0;
for (DBHelper.Transaction t : list) {
    if (count &gt;= 3) break;
    // inflate item_transaction.xml and bind data
    count++;
}
// Format balance in Indian Rupees
NumberFormat fmt = NumberFormat.getCurrencyInstance(new Locale("en", "IN"));
tvBalance.setText(fmt.format(balance).replace(".00", ""));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(home.xml)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&lt;!-- Balance card --&gt;
&lt;TextView android:id="@+id/tvGreeting" android:textSize="22sp" /&gt;
&lt;TextView android:id="@+id/tvBalance"
          android:textSize="32sp" android:textColor="@color/white" /&gt;
&lt;!-- Quick actions row --&gt;
&lt;LinearLayout android:id="@+id/btnLoans" android:orientation="vertical"&gt;
  &lt;ImageView android:src="@drawable/..." /&gt;
  &lt;TextView android:text="Loans" /&gt;
&lt;/LinearLayout&gt;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Home.java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Session check – lines 31-37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updateUI() – lines 93-140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home.xml layout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item_transaction.xml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4. Account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AccountActivity shows the user's profile and provides navigation to features.
• Reads user info (name, account number, phone) from DBHelper.getAccountInfo().
• Displays four option rows: Bills, Loans, Fixed Deposits, Logout.
• Logout flow: requests SMS permission → sendLogoutSmsAndFinish().
• sendLogoutSmsAndFinish() sends a goodbye SMS, clears SharedPreferences session,
  then starts LoginActivity with FLAG_ACTIVITY_NEW_TASK | FLAG_ACTIVITY_CLEAR_TASK
  to wipe the back stack.
• If SMS fails, logout still proceeds to ensure user is not locked 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private void sendLogoutSmsAndFinish() {
    try {
        SmsManager sm = SmsManager.getDefault();
        sm.sendTextMessage(userPhone, null,
            "SafeBank: " + userName + " has logged out", null, null);
    } catch (Exception e) { e.printStackTrace(); }
    // Clear session
    sp.edit().remove("current_user_phone").apply();
    // Go to Login and clear back-stack
    Intent i = new Intent(this, LoginActivity.class);
    i.setFlags(FLAG_ACTIVITY_NEW_TASK | FLAG_ACTIVITY_CLEAR_TASK);
    startActivity(i);
    finish();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(activity_account.xml)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&lt;!-- Profile card --&gt;
&lt;TextView android:id="@+id/tvAccName" android:textSize="20sp" /&gt;
&lt;TextView android:id="@+id/tvAccNo"  android:textSize="14sp" /&gt;
&lt;!-- Option rows --&gt;
&lt;LinearLayout android:id="@+id/optionBills"  ...&gt;
  &lt;ImageView android:src="@drawable/..." /&gt;
  &lt;TextView android:text="Bills" /&gt;
&lt;/LinearLayout&gt;
&lt;LinearLayout android:id="@+id/optionLogout" ...&gt;
  &lt;TextView android:text="Logout" android:textColor="@color/red" /&gt;
&lt;/LinearLayout&gt;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AccountActivity.java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logout() – lines 64-69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sendLogoutSmsAndFinish() – lines 71-96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activity_account.xml</a:t>
            </a:r>
          </a:p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5. Loans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LoansActivity is a menu with four cards: Loan Calculator, Home, Personal, Car loan.
• Each loan card starts ApplyHomeLoanActivity with an Intent extra LOAN_TYPE.
• ApplyHomeLoanActivity reads LOAN_TYPE and adjusts UI labels and loan amount options.
• The user picks monthly income, loan amount, and employment type via AlertDialog pickers.
• processLoanApplication() checks eligibility:
  – No existing loan of same type
  – Account balance ≥ ₹ 30,000
  – Monthly income &gt; ₹ 30,000
  – Employment type ≠ 'Others'
• On approval, the loan amount is credited via updateBalance() and a CREDIT transaction is logged.
• An SMS notification is sent regardless of approval/rejection.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Eligibility check
boolean isApproved = false;
if (dbHelper.hasLoan(userPhone, loanType)) {
    reason = "Already have an active " + loanType;
} else if (currentBalance &lt; 30000) {
    reason = "Balance &lt; ₹30,000";
} else if (income &lt;= 30000) {
    reason = "Income must be &gt; ₹30,000";
} else if (employment.equals("Others")) {
    reason = "Employment type not eligible";
} else {
    isApproved = true;
}
if (isApproved) {
    dbHelper.updateBalance(userPhone, (double) loanRequested);
    dbHelper.addTransaction(userPhone, loanType + " Disbursed", date,
                            "+ " + loanStr, "CREDIT");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(activity_loans.xml)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&lt;!-- Loans menu --&gt;
&lt;com.google.android.material.card.MaterialCardView
    android:id="@+id/cardHomeLoan" ...&gt;
  &lt;ImageView android:src="@drawable/..." /&gt;
  &lt;TextView android:text="Home Loan" /&gt;
&lt;/MaterialCardView&gt;
&lt;!-- Apply screen --&gt;
&lt;com.google.android.material.card.MaterialCardView
    android:id="@+id/cardIncome" ...&gt;
  &lt;TextView android:id="@+id/tvIncomeValue"
            android:text="Select Monthly Income" /&gt;
&lt;/MaterialCardView&gt;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LoansActivity.java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ApplyHomeLoanActivity.java (all)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processLoanApplication() – lines 117-148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activity_loans.xml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activity_apply_home_loan.xml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6. Loan Calculator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The Loan Calculator lets the user estimate EMI interactively.
• Three SeekBars: loan amount (0–10 Cr), interest rate (0–30%), tenure (0–30 yrs).
• An EditText is also provided for manual amount entry; it is synced with the SeekBar.
• The rate SeekBar progress is divided by 10 for one-decimal precision (e.g. 95 → 9.5%).
• EMI Formula: EMI = P × r × (1+r)^n / ((1+r)^n − 1)
  where P = principal, r = monthly rate, n = months.
• Results show: Monthly EMI, Total Interest, Total Payment.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private void calculateLoan() {
    double p = Double.parseDouble(etAmountValue.getText().toString());
    // rate SeekBar: 95 → 9.5%  →  r = 9.5/12/100
    double r = (sbRate.getProgress() / 10.0) / 12 / 100;
    int n = sbTenure.getProgress() * 12;  // tenure in months
    // EMI formula
    double emi = (p * r * Math.pow(1+r, n)) / (Math.pow(1+r, n) - 1);
    double totalPayment  = emi * n;
    double totalInterest = totalPayment - p;
    tvEMIResult.setText(formatCurrency((int)emi) + " / month");
    tvTotalInterest.setText(formatCurrency((int)totalInterest));
    tvTotalPayment.setText(formatCurrency((int)totalPayment));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(activity_loan_calculator.xml)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&lt;SeekBar android:id="@+id/sbAmount"
         android:max="100000000" /&gt;
&lt;SeekBar android:id="@+id/sbRate"
         android:max="300" /&gt;
&lt;SeekBar android:id="@+id/sbTenure"
         android:max="30" /&gt;
&lt;TextView android:id="@+id/tvEMIResult" android:textSize="28sp" /&gt;
&lt;Button android:id="@+id/btnCalculate" android:text="CALCULATE" /&gt;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LoanCalculatorActivity.java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calculateLoan() – lines 91-108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SeekBar listeners – lines 55-80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activity_loan_calculator.xml</a:t>
            </a:r>
          </a:p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7. Fixed Deposit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FixedDepositActivity lets users create and close fixed deposits.
• Users pick FD amount (₹10k–₹1L) and tenure (1–5 years) via AlertDialog pickers.
• createFD() validates: max 5 FDs, tenure selected, sufficient balance.
• A random FD number (FD + 6 digits) is generated.
• Opening date = today; Maturity date = today + tenure years.
• Balance is deducted, a DEBIT transaction is logged, and the FD is saved in the DB.
• Closing an FD refunds the amount, logs a CREDIT transaction, and removes the FD row.
• SMS notifications are sent for both create and close events.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private void createFD() {
    if (dbHelper.getFDCount(userPhone) &gt;= 5) {
        Toast.makeText(this, "Maximum 5 FDs allowed", ...).show(); return;
    }
    double amount  = Double.parseDouble(amountStr.replaceAll("[^0-9]", ""));
    double balance = dbHelper.getBalance(userPhone);
    if (balance &lt; amount) { /* Insufficient balance */ return; }
    String fdNo = "FD" + (100000 + new Random().nextInt(900000));
    // compute maturity date
    Calendar cal = Calendar.getInstance();
    cal.add(Calendar.YEAR, years);
    String maturityDate = sdf.format(cal.getTime());
    dbHelper.updateBalance(userPhone, -amount);
    dbHelper.addTransaction(userPhone, "FD Created (" + fdNo + ")", ...)
    dbHelper.addFixedDeposit(userPhone, fdNo, amountStr, ...);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(activity_fixed_deposit.xml)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&lt;com.google.android.material.card.MaterialCardView
    android:id="@+id/cardFdAmount" ...&gt;
  &lt;TextView android:id="@+id/tvFdAmount"
            android:text="Select Amount" /&gt;
&lt;/MaterialCardView&gt;
&lt;!-- FD list item (item_fd.xml) --&gt;
&lt;TextView android:id="@+id/tvFdNo" /&gt;
&lt;TextView android:id="@+id/tvFdAmountVal" /&gt;
&lt;TextView android:id="@+id/tvMaturityDate" /&gt;
&lt;Button   android:id="@+id/btnCloseFd" android:text="Close FD" /&gt;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FixedDepositActivity.java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createFD() – lines 94-131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showCloseFdDialog() – lines 73-90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activity_fixed_deposit.xml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item_fd.xml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8. Bills Activity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BillsActivity shows a simple bill-payment interface.
• Three MaterialCardViews: Electricity (₹1,250), Cable (₹450), Mobile (₹599).
• Clicking a card calls showPaymentDialog() which shows a confirmation AlertDialog.
• processPayment() checks balance, deducts the amount, logs a DEBIT transaction,
  and sends a confirmation SMS.
• If SMS permission is not granted yet, it is requested; payment still queues.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billElectricity.setOnClickListener(v -&gt;
    showPaymentDialog("Electricity Bill", 1250.00));
private void processPayment(String title, double amount) {
    if (dbHelper.getBalance(userPhone) &lt; amount) {
        Toast.makeText(this, "Insufficient balance", ...).show(); return;
    }
    dbHelper.updateBalance(userPhone, -amount);
    String date = new SimpleDateFormat(
        "dd MMM, hh:mm a", Locale.getDefault()).format(new Date());
    dbHelper.addTransaction(userPhone,
        title + " Paid", date, "- ₹ " + amount, "DEBIT");
    sendTransactionSms(title, amount);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(activity_bills.xml)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&lt;com.google.android.material.card.MaterialCardView
    android:id="@+id/billElectricity" ...&gt;
  &lt;ImageView android:src="@drawable/..." /&gt;
  &lt;TextView android:text="Electricity Bill" /&gt;
  &lt;TextView android:text="₹ 1,250" /&gt;
&lt;/MaterialCardView&gt;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BillsActivity.java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processPayment() – lines 48-63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sendTransactionSms() – lines 65-77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activity_bills.xml</a:t>
            </a:r>
          </a:p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9. Cards &amp; Transaction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CardsActivity displays the user's virtual debit card.
• Shows card holder name (upper-cased) and account number fetched from DBHelper.
• A button opens TransactionHistoryActivity which shows the full transaction list.
TransactionHistoryActivity:
• Inflates every transaction (not just 3) from DBHelper.getAllTransactions().
• DEBIT entries are shown with a red upload icon; CREDIT entries with a green download icon.
• item_transaction.xml is reused for each row.
• A back arrow (btnBack) simply calls finish().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// CardsActivity – bind card UI
DBHelper.AccountInfo info = dbHelper.getAccountInfo(userPhone);
tvCardHolder.setText(info.name.toUpperCase());
tvCardNumber.setText(info.accountNo);
// TransactionHistoryActivity – colour-code rows
if (t.type.equals("DEBIT")) {
    amount.setTextColor(getResources().getColor(R.color.text_black));
    icon.setImageResource(android.R.drawable.stat_sys_upload);
    icon.setColorFilter(getResources().getColor(R.color.red_debit));
} else {
    amount.setTextColor(getResources().getColor(R.color.green_credit));
    icon.setImageResource(android.R.drawable.stat_sys_download);
    icon.setColorFilter(getResources().getColor(R.color.green_credit));
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(activity_cards.xml)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&lt;!-- Cards screen --&gt;
&lt;TextView android:id="@+id/tvCardHolder"
          android:textAllCaps="true" android:textSize="18sp" /&gt;
&lt;TextView android:id="@+id/tvCardNumber" android:letterSpacing="0.1" /&gt;
&lt;!-- item_transaction.xml (shared) --&gt;
&lt;ImageView android:id="@+id/ivTransIcon" /&gt;
&lt;TextView  android:id="@+id/tvTransTitle" /&gt;
&lt;TextView  android:id="@+id/tvTransDate"  /&gt;
&lt;TextView  android:id="@+id/tvTransAmount" /&gt;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CardsActivity.java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TransactionHistoryActivity.java (all)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updateUI() in TransHistory – lines 28-65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5"/>
              </a:rPr>
              <a:t>🔗 activity_cards.xml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69087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6"/>
              </a:rPr>
              <a:t>🔗 activity_transaction_history.xml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10. AndroidManifest &amp; SafeBankApp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7FF"/>
          </a:solidFill>
          <a:ln>
            <a:solidFill>
              <a:srgbClr val="F4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3931920" cy="320040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98448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</a:rPr>
              <a:t>AndroidManifest.xml declares the app's configuration.
• Permissions: SEND_SMS, RECEIVE_SMS, READ_SMS.
• All nine Activities are registered; LoginActivity is the launcher.
• android:name points to SafeBankApp (Application subclass) for global init.
SafeBankApp.java is the Application class (if present) for app-wide setup.
• Sets up any global state, crash reporters, or theming before any Activity starts.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914400"/>
            <a:ext cx="3931920" cy="320040"/>
          </a:xfrm>
          <a:prstGeom prst="rect">
            <a:avLst/>
          </a:prstGeom>
          <a:solidFill>
            <a:srgbClr val="007ACC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9326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Java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98448"/>
            <a:ext cx="3931920" cy="2560320"/>
          </a:xfrm>
          <a:prstGeom prst="rect">
            <a:avLst/>
          </a:prstGeom>
          <a:solidFill>
            <a:srgbClr val="1E1E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7947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DEFB0"/>
                </a:solidFill>
              </a:rPr>
              <a:t>&lt;!-- AndroidManifest.xml (key parts) --&gt;
&lt;uses-permission android:name="android.permission.SEND_SMS" /&gt;
&lt;uses-permission android:name="android.permission.RECEIVE_SMS" /&gt;
&lt;application
    android:name=".SafeBankApp"
    android:label="SafeBank" ... &gt;
    &lt;activity android:name=".LoginActivity"&gt;
        &lt;intent-filter&gt;
            &lt;action android:name="android.intent.action.MAIN" /&gt;
            &lt;category android:name="android.intent.category.LAUNCHER" /&gt;
        &lt;/intent-filter&gt;
    &lt;/activity&gt;
    &lt;!-- 8 more activities registered --&gt;
&lt;/application&gt;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58200" y="914400"/>
            <a:ext cx="3474720" cy="320040"/>
          </a:xfrm>
          <a:prstGeom prst="rect">
            <a:avLst/>
          </a:prstGeom>
          <a:solidFill>
            <a:srgbClr val="E66C00"/>
          </a:solidFill>
          <a:ln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932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XML Layout  (AndroidManifest.xml)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298448"/>
            <a:ext cx="3474720" cy="2560320"/>
          </a:xfrm>
          <a:prstGeom prst="rect">
            <a:avLst/>
          </a:prstGeom>
          <a:solidFill>
            <a:srgbClr val="2B2010"/>
          </a:solidFill>
          <a:ln>
            <a:solidFill>
              <a:srgbClr val="2B2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371600"/>
            <a:ext cx="3337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D080"/>
                </a:solidFill>
              </a:rPr>
              <a:t>(See linked XML files below)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977639"/>
            <a:ext cx="11704320" cy="292608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99592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GitHub Links — click to open exact 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2"/>
              </a:rPr>
              <a:t>🔗 AndroidManifest.xml (all)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3"/>
              </a:rPr>
              <a:t>🔗 SMS permissions – lines 4-6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8" y="4343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1765C1"/>
                </a:solidFill>
                <a:hlinkClick r:id="rId4"/>
              </a:rPr>
              <a:t>🔗 SafeBankApp.java</a:t>
            </a:r>
          </a:p>
        </p:txBody>
      </p:sp>
      <p:sp>
        <p:nvSpPr>
          <p:cNvPr id="21" name="Rectangle 20">
            <a:hlinkClick action="ppaction://hlinksldjump" r:id="rId5"/>
          </p:cNvPr>
          <p:cNvSpPr/>
          <p:nvPr/>
        </p:nvSpPr>
        <p:spPr>
          <a:xfrm>
            <a:off x="10058400" y="6309360"/>
            <a:ext cx="1920240" cy="411480"/>
          </a:xfrm>
          <a:prstGeom prst="rect">
            <a:avLst/>
          </a:prstGeom>
          <a:solidFill>
            <a:srgbClr val="43A047"/>
          </a:solidFill>
          <a:ln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Back to Contents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